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9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9EEA-6E72-4615-9FC7-248FADB84FC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811E6-1849-4E10-B80C-6FB8A823B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80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9EEA-6E72-4615-9FC7-248FADB84FC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811E6-1849-4E10-B80C-6FB8A823B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934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9EEA-6E72-4615-9FC7-248FADB84FC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811E6-1849-4E10-B80C-6FB8A823B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277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9EEA-6E72-4615-9FC7-248FADB84FC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811E6-1849-4E10-B80C-6FB8A823B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682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9EEA-6E72-4615-9FC7-248FADB84FC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811E6-1849-4E10-B80C-6FB8A823B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627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9EEA-6E72-4615-9FC7-248FADB84FC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811E6-1849-4E10-B80C-6FB8A823B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245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9EEA-6E72-4615-9FC7-248FADB84FC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811E6-1849-4E10-B80C-6FB8A823B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90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9EEA-6E72-4615-9FC7-248FADB84FC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811E6-1849-4E10-B80C-6FB8A823B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701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9EEA-6E72-4615-9FC7-248FADB84FC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811E6-1849-4E10-B80C-6FB8A823B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16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9EEA-6E72-4615-9FC7-248FADB84FC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811E6-1849-4E10-B80C-6FB8A823B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96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9EEA-6E72-4615-9FC7-248FADB84FC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811E6-1849-4E10-B80C-6FB8A823BCB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9382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9EEA-6E72-4615-9FC7-248FADB84FC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811E6-1849-4E10-B80C-6FB8A823B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421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9EEA-6E72-4615-9FC7-248FADB84FC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811E6-1849-4E10-B80C-6FB8A823BCB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1972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9EEA-6E72-4615-9FC7-248FADB84FC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811E6-1849-4E10-B80C-6FB8A823B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826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9EEA-6E72-4615-9FC7-248FADB84FC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811E6-1849-4E10-B80C-6FB8A823B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19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F9EEA-6E72-4615-9FC7-248FADB84FC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811E6-1849-4E10-B80C-6FB8A823B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11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F9EEA-6E72-4615-9FC7-248FADB84FC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72811E6-1849-4E10-B80C-6FB8A823B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472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Security Governance Pack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3200" dirty="0" err="1" smtClean="0"/>
              <a:t>MediRaksha</a:t>
            </a:r>
            <a:r>
              <a:rPr lang="en-US" sz="3200" dirty="0" smtClean="0"/>
              <a:t> Diagnostic Center</a:t>
            </a:r>
          </a:p>
          <a:p>
            <a:r>
              <a:rPr lang="en-US" sz="3200" dirty="0" smtClean="0"/>
              <a:t>Organization Security – Athul </a:t>
            </a:r>
            <a:r>
              <a:rPr lang="en-US" sz="3200" dirty="0" err="1" smtClean="0"/>
              <a:t>Thuvattu</a:t>
            </a:r>
            <a:r>
              <a:rPr lang="en-US" sz="3200" dirty="0" smtClean="0"/>
              <a:t> </a:t>
            </a:r>
            <a:r>
              <a:rPr lang="en-US" sz="3200" dirty="0" err="1" smtClean="0"/>
              <a:t>Parambath</a:t>
            </a:r>
            <a:endParaRPr lang="en-US" sz="3200" dirty="0" smtClean="0"/>
          </a:p>
          <a:p>
            <a:r>
              <a:rPr lang="en-US" sz="3200" dirty="0" smtClean="0"/>
              <a:t>Kerala, India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05857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Organization Analyzed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52386"/>
            <a:ext cx="8596668" cy="3880773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b="1" dirty="0" err="1" smtClean="0"/>
              <a:t>MediRaksha</a:t>
            </a:r>
            <a:r>
              <a:rPr lang="en-US" sz="2400" b="1" dirty="0" smtClean="0"/>
              <a:t> Diagnostic Center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Medium-sized diagnostics center in India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~ 110 patients per day, 112  employees across three floors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Services: LIS, PACS, ECG, Screening, reporting, Billing, Patient portal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High Sensitivity: Patient data, Diagnostic images, Test results, Financial Records</a:t>
            </a:r>
          </a:p>
        </p:txBody>
      </p:sp>
    </p:spTree>
    <p:extLst>
      <p:ext uri="{BB962C8B-B14F-4D97-AF65-F5344CB8AC3E}">
        <p14:creationId xmlns:p14="http://schemas.microsoft.com/office/powerpoint/2010/main" val="3596932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Identified Risk and </a:t>
            </a:r>
            <a:r>
              <a:rPr lang="en-US" dirty="0" err="1" smtClean="0"/>
              <a:t>Vulnerbilities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21746"/>
            <a:ext cx="859666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/>
              <a:t>2. Key risk and vulnerabilities (Rated 1-5)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Ransomware Targeting LIS, PACS, and Critical servers.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Phishing and weak passwords exposing patient data and email.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Unpatched servers and misconfigured firewalls.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Medical </a:t>
            </a:r>
            <a:r>
              <a:rPr lang="en-US" sz="2400" dirty="0" err="1" smtClean="0"/>
              <a:t>IoT</a:t>
            </a:r>
            <a:r>
              <a:rPr lang="en-US" sz="2400" smtClean="0"/>
              <a:t> devices </a:t>
            </a:r>
            <a:r>
              <a:rPr lang="en-US" sz="2400" dirty="0" smtClean="0"/>
              <a:t>with default credentials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Poor logging and monitoring delaying incident detection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75225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Propsed</a:t>
            </a:r>
            <a:r>
              <a:rPr lang="en-US" dirty="0" smtClean="0"/>
              <a:t> Security Improvements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42131"/>
            <a:ext cx="859666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/>
              <a:t>3. Core technical and governance improvement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EDR and endpoints protection on all servers and workstations.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MFA and role-based access control.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Network segmentation using VLAN(guest, clinical, lab, </a:t>
            </a:r>
            <a:r>
              <a:rPr lang="en-US" sz="2400" dirty="0" err="1" smtClean="0"/>
              <a:t>IoT</a:t>
            </a:r>
            <a:r>
              <a:rPr lang="en-US" sz="2400" dirty="0" smtClean="0"/>
              <a:t>, servers, DMZ)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Immutable 3-2-1 backups with quarterly restore tests.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Central SIEM logging and alerting.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06830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Elements of the Security 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25804"/>
            <a:ext cx="859666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4. Key governance and policy elements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Information Security Policy: Confidentiality, Integrity, Availability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Access Control Policy: least-privilege, MFA, Access review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Acceptable Use Policy: no unauthorized software or personal data misuse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Data Protection and Backup Policy: Encryption and 3-2-1 backup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Incident response and Remote Access Policy: secure VPN and incident handling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87232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This Pack Matters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85032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The organization analyzed</a:t>
            </a:r>
          </a:p>
          <a:p>
            <a:r>
              <a:rPr lang="en-US" sz="2400" dirty="0" smtClean="0"/>
              <a:t>Identified risks and vulnerabilities</a:t>
            </a:r>
          </a:p>
          <a:p>
            <a:r>
              <a:rPr lang="en-US" sz="2400" dirty="0" smtClean="0"/>
              <a:t>Proposed security improvements</a:t>
            </a:r>
          </a:p>
          <a:p>
            <a:r>
              <a:rPr lang="en-US" sz="2400" dirty="0" smtClean="0"/>
              <a:t>Key elements of  </a:t>
            </a:r>
            <a:r>
              <a:rPr lang="en-US" sz="2400" dirty="0"/>
              <a:t>S</a:t>
            </a:r>
            <a:r>
              <a:rPr lang="en-US" sz="2400" dirty="0" smtClean="0"/>
              <a:t>ecurity plan</a:t>
            </a:r>
          </a:p>
          <a:p>
            <a:endParaRPr lang="en-US" sz="2400" dirty="0"/>
          </a:p>
          <a:p>
            <a:r>
              <a:rPr lang="en-US" sz="2400" dirty="0" smtClean="0"/>
              <a:t>All aligned into a realistic, defensible governance model for </a:t>
            </a:r>
            <a:r>
              <a:rPr lang="en-US" sz="2400" dirty="0" err="1" smtClean="0"/>
              <a:t>MediRaksha</a:t>
            </a:r>
            <a:r>
              <a:rPr lang="en-US" sz="2400" dirty="0" smtClean="0"/>
              <a:t> Diagnostic Center.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4260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6600" dirty="0" smtClean="0"/>
              <a:t>Thank You </a:t>
            </a:r>
            <a:endParaRPr lang="en-US" sz="16600" dirty="0"/>
          </a:p>
        </p:txBody>
      </p:sp>
    </p:spTree>
    <p:extLst>
      <p:ext uri="{BB962C8B-B14F-4D97-AF65-F5344CB8AC3E}">
        <p14:creationId xmlns:p14="http://schemas.microsoft.com/office/powerpoint/2010/main" val="149262875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82</TotalTime>
  <Words>274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Security Governance Pack</vt:lpstr>
      <vt:lpstr>Organization Analyzed</vt:lpstr>
      <vt:lpstr>Identified Risk and Vulnerbilities</vt:lpstr>
      <vt:lpstr>Propsed Security Improvements</vt:lpstr>
      <vt:lpstr>Key Elements of the Security Plan</vt:lpstr>
      <vt:lpstr>Why This Pack Matters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Governance Pack</dc:title>
  <dc:creator>Athul Tp</dc:creator>
  <cp:lastModifiedBy>Athul Tp</cp:lastModifiedBy>
  <cp:revision>6</cp:revision>
  <dcterms:created xsi:type="dcterms:W3CDTF">2026-05-03T17:57:38Z</dcterms:created>
  <dcterms:modified xsi:type="dcterms:W3CDTF">2026-05-03T19:20:26Z</dcterms:modified>
</cp:coreProperties>
</file>